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Roadmap 2026: Master AI Diagram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Kodi Prakash Senapati</a:t>
            </a:r>
          </a:p>
          <a:p>
            <a:r>
              <a:t>Lead Data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0"/>
            <a:ext cx="2194560" cy="914400"/>
          </a:xfrm>
          <a:prstGeom prst="rect">
            <a:avLst/>
          </a:prstGeom>
          <a:solidFill>
            <a:srgbClr val="50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2194560" cy="914400"/>
          </a:xfrm>
          <a:prstGeom prst="rect">
            <a:avLst/>
          </a:prstGeom>
          <a:solidFill>
            <a:srgbClr val="78C8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194560" cy="914400"/>
          </a:xfrm>
          <a:prstGeom prst="rect">
            <a:avLst/>
          </a:prstGeom>
          <a:solidFill>
            <a:srgbClr val="78C8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Input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Hidden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Output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Conv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Pooling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Flatten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Dense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 / LSTM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t-1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t+1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194560" cy="914400"/>
          </a:xfrm>
          <a:prstGeom prst="rect">
            <a:avLst/>
          </a:prstGeom>
          <a:solidFill>
            <a:srgbClr val="50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Input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743200"/>
            <a:ext cx="2194560" cy="914400"/>
          </a:xfrm>
          <a:prstGeom prst="rect">
            <a:avLst/>
          </a:prstGeom>
          <a:solidFill>
            <a:srgbClr val="78C8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Multi-Head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Feed Forward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Output Projection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Self-Attention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194560" cy="914400"/>
          </a:xfrm>
          <a:prstGeom prst="rect">
            <a:avLst/>
          </a:prstGeom>
          <a:solidFill>
            <a:srgbClr val="78C8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Queries (Q)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Keys (K)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Values (V)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Attention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Tokenizer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Transformer 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Text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LoRA Fine-Tuning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Base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Low-Rank Adapters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Fine-Tuned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0"/>
            <a:ext cx="2194560" cy="914400"/>
          </a:xfrm>
          <a:prstGeom prst="rect">
            <a:avLst/>
          </a:prstGeom>
          <a:solidFill>
            <a:srgbClr val="78C8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Tool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Action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Agent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194560" cy="914400"/>
          </a:xfrm>
          <a:prstGeom prst="rect">
            <a:avLst/>
          </a:prstGeom>
          <a:solidFill>
            <a:srgbClr val="FFB4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Observation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Next 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194560" cy="914400"/>
          </a:xfrm>
          <a:prstGeom prst="rect">
            <a:avLst/>
          </a:prstGeom>
          <a:solidFill>
            <a:srgbClr val="F06E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Agent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743200"/>
            <a:ext cx="2194560" cy="914400"/>
          </a:xfrm>
          <a:prstGeom prst="rect">
            <a:avLst/>
          </a:prstGeom>
          <a:solidFill>
            <a:srgbClr val="A06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Agent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743200"/>
            <a:ext cx="2194560" cy="914400"/>
          </a:xfrm>
          <a:prstGeom prst="rect">
            <a:avLst/>
          </a:prstGeom>
          <a:solidFill>
            <a:srgbClr val="64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Coordinator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743200"/>
            <a:ext cx="2194560" cy="914400"/>
          </a:xfrm>
          <a:prstGeom prst="rect">
            <a:avLst/>
          </a:prstGeom>
          <a:solidFill>
            <a:srgbClr val="50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</Words>
  <Application>Microsoft Macintosh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AI Roadmap 2026: Master AI Diagram Deck</vt:lpstr>
      <vt:lpstr>Machine Learning Workflow</vt:lpstr>
      <vt:lpstr>Deep Learning Architecture</vt:lpstr>
      <vt:lpstr>CNN Architecture</vt:lpstr>
      <vt:lpstr>RNN / LSTM Flow</vt:lpstr>
      <vt:lpstr>Transformer Architecture</vt:lpstr>
      <vt:lpstr>Self-Attention Mechanism</vt:lpstr>
      <vt:lpstr>LLM Pipeline</vt:lpstr>
      <vt:lpstr>LoRA Fine-Tuning</vt:lpstr>
      <vt:lpstr>Agent Workflow</vt:lpstr>
      <vt:lpstr>ReAct Agent Model</vt:lpstr>
      <vt:lpstr>Multi-Agent System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Roadmap 2026: Master AI Diagram Deck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2025-11-15T15:11:18Z</dcterms:modified>
  <cp:category/>
</cp:coreProperties>
</file>