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D3BAD-5A16-4586-8F02-CDD9B510509A}" v="1256" dt="2025-11-15T18:57:07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odigitaccount.github.io/kodigithub.io/" TargetMode="External"/><Relationship Id="rId2" Type="http://schemas.openxmlformats.org/officeDocument/2006/relationships/hyperlink" Target="https://www.linkedin.com/in/kodi-prakash-senapati-a95a60182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playlist?list=PLVlQHNRLflP8JthpjvJFaofUkJS1A7qa1" TargetMode="External"/><Relationship Id="rId3" Type="http://schemas.openxmlformats.org/officeDocument/2006/relationships/hyperlink" Target="https://www.youtube.com/watch?v=7iiwSKjKbRA&amp;t=7054s" TargetMode="External"/><Relationship Id="rId7" Type="http://schemas.openxmlformats.org/officeDocument/2006/relationships/hyperlink" Target="https://www.youtube.com/playlist?list=PLVlQHNRLflP9GN5rc8sBWnrV53DWAzfdn" TargetMode="External"/><Relationship Id="rId2" Type="http://schemas.openxmlformats.org/officeDocument/2006/relationships/hyperlink" Target="https://www.youtube.com/playlist?list=PLVlQHNRLflP8Pt3wVlRWRaXZXi79cIwSq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playlist?list=PLVlQHNRLflP81c99eg7UhkVZxwPvhTddM" TargetMode="External"/><Relationship Id="rId5" Type="http://schemas.openxmlformats.org/officeDocument/2006/relationships/hyperlink" Target="https://www.youtube.com/playlist?list=PLVlQHNRLflP-BgYmMlM8YQpvQM2J99HE0" TargetMode="External"/><Relationship Id="rId4" Type="http://schemas.openxmlformats.org/officeDocument/2006/relationships/hyperlink" Target="https://www.youtube.com/watch?v=QSWFG7Rj9c4&amp;t=7646s" TargetMode="External"/><Relationship Id="rId9" Type="http://schemas.openxmlformats.org/officeDocument/2006/relationships/hyperlink" Target="https://www.youtube.com/playlist?list=PLVlQHNRLflP-SaPff3325gkISMHEznEi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oom.us/j/84122495212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s06web.zoom.us/webinar/register/WN_qn0STmrAR4uppU_FoO04g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3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obot reading a book&#10;&#10;AI-generated content may be incorrect.">
            <a:extLst>
              <a:ext uri="{FF2B5EF4-FFF2-40B4-BE49-F238E27FC236}">
                <a16:creationId xmlns:a16="http://schemas.microsoft.com/office/drawing/2014/main" id="{156E01EF-AE6C-EDC7-A521-D780C509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39" y="486585"/>
            <a:ext cx="5454172" cy="588483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hand holding a glowing circle with text&#10;&#10;AI-generated content may be incorrect.">
            <a:extLst>
              <a:ext uri="{FF2B5EF4-FFF2-40B4-BE49-F238E27FC236}">
                <a16:creationId xmlns:a16="http://schemas.microsoft.com/office/drawing/2014/main" id="{D58C954E-3D78-B486-BAEB-4C3DCED3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93" y="483108"/>
            <a:ext cx="5454752" cy="589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4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240" y="451381"/>
            <a:ext cx="12193433" cy="3091629"/>
          </a:xfrm>
        </p:spPr>
        <p:txBody>
          <a:bodyPr anchor="b">
            <a:normAutofit/>
          </a:bodyPr>
          <a:lstStyle/>
          <a:p>
            <a:r>
              <a:rPr lang="en-GB" sz="6600" dirty="0"/>
              <a:t>2026 Roadmap for Advanced ML, AI, Generative AI, Agentic AI with Python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288" y="4983276"/>
            <a:ext cx="11778815" cy="172059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GB" b="1" dirty="0"/>
              <a:t>AI Expert -- K. Prakash Senapati</a:t>
            </a:r>
          </a:p>
          <a:p>
            <a:pPr algn="l"/>
            <a:r>
              <a:rPr lang="en-GB" b="1" dirty="0"/>
              <a:t>Linked In -- </a:t>
            </a:r>
            <a:r>
              <a:rPr lang="en-GB" b="1" dirty="0">
                <a:ea typeface="+mn-lt"/>
                <a:cs typeface="+mn-lt"/>
                <a:hlinkClick r:id="rId2"/>
              </a:rPr>
              <a:t>https://www.linkedin.com/in/kodi-prakash-senapati-a95a60182/</a:t>
            </a:r>
            <a:endParaRPr lang="en-GB" b="1">
              <a:ea typeface="+mn-lt"/>
              <a:cs typeface="+mn-lt"/>
            </a:endParaRPr>
          </a:p>
          <a:p>
            <a:pPr algn="l"/>
            <a:r>
              <a:rPr lang="en-GB" b="1" dirty="0"/>
              <a:t>Portfolio -- </a:t>
            </a:r>
            <a:r>
              <a:rPr lang="en-GB" b="1" dirty="0">
                <a:ea typeface="+mn-lt"/>
                <a:cs typeface="+mn-lt"/>
                <a:hlinkClick r:id="rId3"/>
              </a:rPr>
              <a:t>https://kodigitaccount.github.io/kodigithub.io/</a:t>
            </a:r>
            <a:endParaRPr lang="en-GB" b="1" dirty="0"/>
          </a:p>
          <a:p>
            <a:pPr algn="l"/>
            <a:endParaRPr lang="en-GB" b="1" dirty="0"/>
          </a:p>
          <a:p>
            <a:pPr algn="l"/>
            <a:endParaRPr lang="en-GB" b="1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CED16-1869-5207-F15F-A6B3BDFCB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2" t="755" r="28317"/>
          <a:stretch>
            <a:fillRect/>
          </a:stretch>
        </p:blipFill>
        <p:spPr>
          <a:xfrm>
            <a:off x="4637859" y="154619"/>
            <a:ext cx="7554141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86E17-9EF1-BADC-DA73-BDFB82FD4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614" y="1723"/>
            <a:ext cx="3703189" cy="68297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</a:rPr>
              <a:t>Module List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06A45-7171-A0BF-3558-04A8AEDA2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093" y="829620"/>
            <a:ext cx="6464818" cy="5857691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Module:1 - Python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Module:2 - EDA &amp; machine learning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Module:3 - Artificial Intelligence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Module:4 - Natural Language Processing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Module:5 - Deep Learning | Neural Network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Module:6 - Generative AI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Module:7 - LLM (Large Language Model)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Module:8 - Prompt Engineering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Module:9 - RAG ( Retriever Augmented Generation) 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Module:10 - Agentic AI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Module:11 - MCP (Model Context Protocol)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Module:12 – Capstone Projects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Module:13 – Resume Preparation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Module:14 – AI tool Mock Interview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5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8F079-B1E3-322B-872B-21FAF390B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4000">
                <a:solidFill>
                  <a:schemeClr val="bg1"/>
                </a:solidFill>
              </a:rPr>
              <a:t>YOUTUBE PLAYLIST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42E3D-4A68-923F-94D3-070322717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" y="1813932"/>
            <a:ext cx="12189302" cy="5046587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GB" sz="1500" b="1" u="sng" dirty="0">
                <a:latin typeface="Arial Black"/>
              </a:rPr>
            </a:br>
            <a:r>
              <a:rPr lang="en-GB" sz="1800" b="1" dirty="0">
                <a:latin typeface="Arial Black"/>
              </a:rPr>
              <a:t>  1. Agentic AI </a:t>
            </a:r>
            <a:r>
              <a:rPr lang="en-GB" sz="1800" b="1" dirty="0">
                <a:latin typeface="Wingdings"/>
                <a:sym typeface="Wingdings"/>
              </a:rPr>
              <a:t>è </a:t>
            </a:r>
            <a:r>
              <a:rPr lang="en-GB" sz="1800" b="1" u="sng" dirty="0">
                <a:latin typeface="Arial Blac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playlist?list=PLVlQHNRLflP8Pt3wVlRWRaXZXi79cIwSq</a:t>
            </a:r>
            <a:endParaRPr lang="en-GB" sz="1800">
              <a:latin typeface="Aptos" panose="020B0004020202020204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     2. N8N Bootcamp --&gt; </a:t>
            </a:r>
            <a:r>
              <a:rPr lang="en-GB" sz="1800" b="1" u="sng" dirty="0">
                <a:ea typeface="+mn-lt"/>
                <a:cs typeface="+mn-lt"/>
                <a:hlinkClick r:id="rId3"/>
              </a:rPr>
              <a:t>https://www.youtube.com/watch?v=7iiwSKjKbRA&amp;t=7054s</a:t>
            </a:r>
            <a:endParaRPr lang="en-GB" sz="1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   3. Hugging Face Bootcamp --&gt; </a:t>
            </a:r>
            <a:r>
              <a:rPr lang="en-GB" sz="1800" u="sng" dirty="0">
                <a:ea typeface="+mn-lt"/>
                <a:cs typeface="+mn-lt"/>
                <a:hlinkClick r:id="rId4"/>
              </a:rPr>
              <a:t>https://www.youtube.com/watch?v=QSWFG7Rj9c4&amp;t=7646s</a:t>
            </a:r>
            <a:endParaRPr lang="en-GB" sz="1800" b="1" u="sng" dirty="0">
              <a:latin typeface="Arial Black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   4. Data Analytics &amp; Business Analytics </a:t>
            </a:r>
            <a:r>
              <a:rPr lang="en-GB" sz="1800" dirty="0">
                <a:latin typeface="Wingdings"/>
                <a:sym typeface="Wingdings"/>
              </a:rPr>
              <a:t>è </a:t>
            </a:r>
            <a:endParaRPr lang="en-GB" sz="1800" b="1" u="sng">
              <a:latin typeface="Arial Black"/>
            </a:endParaRPr>
          </a:p>
          <a:p>
            <a:pPr marL="0" indent="0">
              <a:buNone/>
            </a:pPr>
            <a:r>
              <a:rPr lang="en-GB" sz="1800" b="1" u="sng" dirty="0">
                <a:latin typeface="Arial Black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</a:t>
            </a:r>
            <a:r>
              <a:rPr lang="en-GB" sz="1800" b="1" u="sng" dirty="0">
                <a:latin typeface="Arial Black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?list=PLVlQHNRLflP-BgYmMlM8YQpvQM2J99HE0</a:t>
            </a:r>
            <a:br>
              <a:rPr lang="en-GB" sz="1800" b="1" u="sng" dirty="0">
                <a:latin typeface="Arial Black"/>
              </a:rPr>
            </a:br>
            <a:br>
              <a:rPr lang="en-GB" sz="1800" b="1" dirty="0">
                <a:latin typeface="Arial Black"/>
              </a:rPr>
            </a:br>
            <a:r>
              <a:rPr lang="en-GB" sz="1800" b="1" dirty="0">
                <a:latin typeface="Arial Black"/>
              </a:rPr>
              <a:t>   5. Generative AI </a:t>
            </a:r>
            <a:r>
              <a:rPr lang="en-GB" sz="1800" dirty="0">
                <a:latin typeface="Wingdings"/>
                <a:sym typeface="Wingdings"/>
              </a:rPr>
              <a:t>è </a:t>
            </a:r>
            <a:r>
              <a:rPr lang="en-GB" sz="1800" b="1" u="sng" dirty="0">
                <a:latin typeface="Arial Black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playlist?list=PLVlQHNRLflP81c99eg7UhkVZxwPvhTddM</a:t>
            </a:r>
            <a:br>
              <a:rPr lang="en-GB" sz="1800" b="1" u="sng" dirty="0">
                <a:latin typeface="Arial Black"/>
              </a:rPr>
            </a:br>
            <a:br>
              <a:rPr lang="en-GB" sz="1800" b="1" dirty="0">
                <a:latin typeface="Arial Black"/>
              </a:rPr>
            </a:br>
            <a:r>
              <a:rPr lang="en-GB" sz="1800" b="1" dirty="0">
                <a:latin typeface="Arial Black"/>
              </a:rPr>
              <a:t>     6. Software Installation &amp; Introduction to Python for </a:t>
            </a:r>
            <a:r>
              <a:rPr lang="en-GB" sz="1800" b="1" dirty="0" err="1">
                <a:latin typeface="Arial Black"/>
              </a:rPr>
              <a:t>Datascience</a:t>
            </a:r>
            <a:r>
              <a:rPr lang="en-GB" sz="1800" b="1" dirty="0">
                <a:latin typeface="Arial Black"/>
              </a:rPr>
              <a:t> </a:t>
            </a:r>
            <a:r>
              <a:rPr lang="en-GB" sz="1800" dirty="0">
                <a:latin typeface="Wingdings"/>
                <a:sym typeface="Wingdings"/>
              </a:rPr>
              <a:t>è</a:t>
            </a:r>
            <a:br>
              <a:rPr lang="en-GB" sz="1800" dirty="0">
                <a:latin typeface="Wingdings"/>
                <a:sym typeface="Wingdings"/>
              </a:rPr>
            </a:br>
            <a:r>
              <a:rPr lang="en-GB" sz="1800" dirty="0">
                <a:latin typeface="Wingdings"/>
                <a:sym typeface="Wingdings"/>
              </a:rPr>
              <a:t>   </a:t>
            </a:r>
            <a:r>
              <a:rPr lang="en-GB" sz="1800" b="1" u="sng" dirty="0">
                <a:latin typeface="Arial Black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playlist?list=PLVlQHNRLflP9GN5rc8sBWnrV53DWAzfdn</a:t>
            </a:r>
            <a:br>
              <a:rPr lang="en-GB" sz="1800" b="1" u="sng" dirty="0">
                <a:latin typeface="Arial Black"/>
              </a:rPr>
            </a:br>
            <a:r>
              <a:rPr lang="en-GB" sz="1800" b="1" dirty="0">
                <a:latin typeface="Arial Black"/>
              </a:rPr>
              <a:t> </a:t>
            </a:r>
            <a:br>
              <a:rPr lang="en-GB" sz="1800" b="1" dirty="0">
                <a:latin typeface="Arial Black"/>
              </a:rPr>
            </a:br>
            <a:r>
              <a:rPr lang="en-GB" sz="1800" b="1" dirty="0">
                <a:latin typeface="Arial Black"/>
              </a:rPr>
              <a:t> </a:t>
            </a:r>
            <a:r>
              <a:rPr lang="en-GB" sz="1800" dirty="0">
                <a:latin typeface="Arial Black"/>
              </a:rPr>
              <a:t>    7. </a:t>
            </a:r>
            <a:r>
              <a:rPr lang="en-GB" sz="1800" b="1" dirty="0">
                <a:latin typeface="Arial Black"/>
              </a:rPr>
              <a:t>AZUR AI (Cognitive Services for Data Scientist) </a:t>
            </a:r>
            <a:r>
              <a:rPr lang="en-GB" sz="1800" b="1" dirty="0">
                <a:latin typeface="Wingdings"/>
                <a:sym typeface="Wingdings"/>
              </a:rPr>
              <a:t>è</a:t>
            </a:r>
            <a:endParaRPr lang="en-GB" sz="1800" b="1" u="sng" dirty="0">
              <a:latin typeface="Arial Black"/>
            </a:endParaRPr>
          </a:p>
          <a:p>
            <a:pPr marL="0" indent="0">
              <a:buNone/>
            </a:pPr>
            <a:r>
              <a:rPr lang="en-GB" sz="1800" b="1" u="sng" dirty="0">
                <a:latin typeface="Arial Black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</a:t>
            </a:r>
            <a:r>
              <a:rPr lang="en-GB" sz="1800" b="1" u="sng" dirty="0">
                <a:latin typeface="Arial Black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?list=PLVlQHNRLflP8JthpjvJFaofUkJS1A7qa1</a:t>
            </a:r>
            <a:endParaRPr lang="en-GB" sz="1800" b="1" u="sng">
              <a:latin typeface="Arial Black"/>
            </a:endParaRPr>
          </a:p>
          <a:p>
            <a:pPr marL="0" indent="0">
              <a:buNone/>
            </a:pPr>
            <a:r>
              <a:rPr lang="en-GB" sz="1800" b="1" dirty="0">
                <a:latin typeface="Arial Black"/>
              </a:rPr>
              <a:t>     8. Resume Building Bootcamp for Data Analytics, BA, Data Science &amp; GEN AI Roles </a:t>
            </a:r>
            <a:r>
              <a:rPr lang="en-GB" sz="1800" b="1" dirty="0">
                <a:latin typeface="Wingdings"/>
                <a:sym typeface="Wingdings"/>
              </a:rPr>
              <a:t>è</a:t>
            </a:r>
            <a:br>
              <a:rPr lang="en-GB" sz="1800" b="1" dirty="0">
                <a:latin typeface="Wingdings"/>
                <a:sym typeface="Wingdings"/>
              </a:rPr>
            </a:br>
            <a:r>
              <a:rPr lang="en-GB" sz="1800" b="1" u="sng" dirty="0">
                <a:latin typeface="Arial Black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playlist?list=PLVlQHNRLflP-SaPff3325gkISMHEznEix</a:t>
            </a:r>
            <a:endParaRPr lang="en-GB" sz="1800" u="sng" dirty="0"/>
          </a:p>
        </p:txBody>
      </p:sp>
    </p:spTree>
    <p:extLst>
      <p:ext uri="{BB962C8B-B14F-4D97-AF65-F5344CB8AC3E}">
        <p14:creationId xmlns:p14="http://schemas.microsoft.com/office/powerpoint/2010/main" val="282399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9C7B16-D228-4BBE-2005-6F139050E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737" y="2432167"/>
            <a:ext cx="4791263" cy="20826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New Batch Announcement</a:t>
            </a:r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31180-50C7-47B5-723D-B7B4C81E4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2220" y="482827"/>
            <a:ext cx="6370153" cy="5166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Generative AI &amp; Agentic AI  with Python @ 5:30 PM (IST) by Mr. Prakash Senapati From 20th November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Webinar Link: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https://zoom.us/j/84122495212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Registration Link: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https://us06web.zoom.us/webinar/register/WN_qn0STmrAR4uppU_FoO04gA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Connect to Mr. Areef @ +91 - 9154861173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0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2026 Roadmap for Advanced ML, AI, Generative AI, Agentic AI with Python</vt:lpstr>
      <vt:lpstr>Module List </vt:lpstr>
      <vt:lpstr>YOUTUBE PLAYLIST</vt:lpstr>
      <vt:lpstr>New Batch Announcement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284</cp:revision>
  <dcterms:created xsi:type="dcterms:W3CDTF">2025-11-15T13:14:25Z</dcterms:created>
  <dcterms:modified xsi:type="dcterms:W3CDTF">2025-11-15T18:58:18Z</dcterms:modified>
</cp:coreProperties>
</file>